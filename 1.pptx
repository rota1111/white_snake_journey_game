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540000" y="3100388"/>
            <a:ext cx="7112000" cy="657225"/>
          </a:xfrm>
          <a:prstGeom prst="rect">
            <a:avLst/>
          </a:prstGeom>
          <a:noFill/>
        </p:spPr>
        <p:txBody>
          <a:bodyPr wrap="square" rtlCol="0" anchor="t" anchorCtr="0">
            <a:noAutofit/>
          </a:bodyPr>
          <a:p>
            <a:pPr algn="ctr"/>
            <a:r>
              <a:rPr lang="zh-CN" altLang="en-US" sz="3200">
                <a:solidFill>
                  <a:schemeClr val="bg1"/>
                </a:solidFill>
              </a:rPr>
              <a:t>第六章：双生劫</a:t>
            </a:r>
            <a:endParaRPr lang="zh-CN" altLang="en-US" sz="32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</Words>
  <Application>WPS 演示</Application>
  <PresentationFormat>宽屏</PresentationFormat>
  <Paragraphs>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Arial Unicode MS</vt:lpstr>
      <vt:lpstr>Calibri</vt:lpstr>
      <vt:lpstr>微软雅黑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企业用户_1423467091</cp:lastModifiedBy>
  <cp:revision>22</cp:revision>
  <dcterms:created xsi:type="dcterms:W3CDTF">2023-08-09T12:44:00Z</dcterms:created>
  <dcterms:modified xsi:type="dcterms:W3CDTF">2025-02-18T13:35:52Z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3DC39F41B97E432180B58111A62C0D43_13</vt:lpwstr>
  </property>
  <property fmtid="{D5CDD505-2E9C-101B-9397-08002B2CF9AE}" pid="3" name="KSOProductBuildVer">
    <vt:lpwstr>2052-12.1.0.19302</vt:lpwstr>
  </property>
</Properties>
</file>